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4114800" cy="41148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389120"/>
            <a:ext cx="3840480" cy="384048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 CAPSTONE PROJECT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3774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Migration of an SME Website to AWS Cloud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3375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WordPress on Amazon EC2 with Infrastructure as Code (Terraform)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5852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Dimmalove   |   3MTT Cloud Computing Training (Darey.io Academy)   |   July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737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25880" y="173736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Motivation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309360" y="17373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6309360" y="1737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995160" y="173736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Architecture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31546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154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25880" y="315468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Deployment Walkthrough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309360" y="31546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3154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995160" y="315468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Code with Terraform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40080" y="45720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572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25880" y="457200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Testing, Troubleshooting &amp; Cost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309360" y="45720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4572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995160" y="457200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Learning Outcomes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Website Migration to AWS — Capstone Project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Cloud?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 &amp; AWS at a glance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4480560"/>
          </a:xfrm>
          <a:prstGeom prst="rect">
            <a:avLst/>
          </a:prstGeom>
          <a:solidFill>
            <a:srgbClr val="F4F7F9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830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delivery of servers, storage, and networking over the internet, billed pay-as-you-go instead of upfront hardware purchase.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35661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Web Services (AWS)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931920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world's largest cloud provider, offering 200+ services and a 12-month Free Tier — ideal for a zero-cost capstone deployment.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92240" y="1691640"/>
            <a:ext cx="5120640" cy="1188720"/>
          </a:xfrm>
          <a:prstGeom prst="roundRect">
            <a:avLst>
              <a:gd name="adj" fmla="val 6154"/>
            </a:avLst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1801368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750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8595360" y="169164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EC2 hours / month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92240" y="3154680"/>
            <a:ext cx="5120640" cy="1188720"/>
          </a:xfrm>
          <a:prstGeom prst="roundRect">
            <a:avLst>
              <a:gd name="adj" fmla="val 6154"/>
            </a:avLst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6675120" y="3264408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GB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8595360" y="315468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EBS storage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92240" y="4617720"/>
            <a:ext cx="5120640" cy="1188720"/>
          </a:xfrm>
          <a:prstGeom prst="roundRect">
            <a:avLst>
              <a:gd name="adj" fmla="val 6154"/>
            </a:avLst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6675120" y="4727448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200+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8595360" y="461772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services available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Website Migration to AWS — Capstone Project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SMEs Move to the Cloud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of small businesses that cloud infrastructure directly solves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12080" cy="1874520"/>
          </a:xfrm>
          <a:prstGeom prst="roundRect">
            <a:avLst>
              <a:gd name="adj" fmla="val 3902"/>
            </a:avLst>
          </a:prstGeom>
          <a:solidFill>
            <a:srgbClr val="F4F7F9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0574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57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00200" y="203911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capital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2651760"/>
            <a:ext cx="4617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upfront hardware cost — pay only for what is used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783080"/>
            <a:ext cx="5212080" cy="1874520"/>
          </a:xfrm>
          <a:prstGeom prst="roundRect">
            <a:avLst>
              <a:gd name="adj" fmla="val 3902"/>
            </a:avLst>
          </a:prstGeom>
          <a:solidFill>
            <a:srgbClr val="F4F7F9"/>
          </a:solidFill>
          <a:ln/>
        </p:spPr>
      </p:sp>
      <p:sp>
        <p:nvSpPr>
          <p:cNvPr id="10" name="Shape 8"/>
          <p:cNvSpPr/>
          <p:nvPr/>
        </p:nvSpPr>
        <p:spPr>
          <a:xfrm>
            <a:off x="6583680" y="20574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2057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269480" y="203911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Unpredictable traffic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29400" y="2651760"/>
            <a:ext cx="4617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up in minutes during promotions or seasonal demand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977640"/>
            <a:ext cx="5212080" cy="1874520"/>
          </a:xfrm>
          <a:prstGeom prst="roundRect">
            <a:avLst>
              <a:gd name="adj" fmla="val 3902"/>
            </a:avLst>
          </a:prstGeom>
          <a:solidFill>
            <a:srgbClr val="F4F7F9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42519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251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00200" y="423367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IT teams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4846320"/>
            <a:ext cx="4617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infrastructure reduces day-to-day maintenance burden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09360" y="3977640"/>
            <a:ext cx="5212080" cy="1874520"/>
          </a:xfrm>
          <a:prstGeom prst="roundRect">
            <a:avLst>
              <a:gd name="adj" fmla="val 3902"/>
            </a:avLst>
          </a:prstGeom>
          <a:solidFill>
            <a:srgbClr val="F4F7F9"/>
          </a:solidFill>
          <a:ln/>
        </p:spPr>
      </p:sp>
      <p:sp>
        <p:nvSpPr>
          <p:cNvPr id="20" name="Shape 18"/>
          <p:cNvSpPr/>
          <p:nvPr/>
        </p:nvSpPr>
        <p:spPr>
          <a:xfrm>
            <a:off x="6583680" y="42519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4251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269480" y="423367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continuity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629400" y="4846320"/>
            <a:ext cx="4617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Snapshots and backups protect against data loss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Website Migration to AWS — Capstone Project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Choice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 on Amazon EC2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659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WordPress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68680" y="251460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Free, open-source CMS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320040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Gentle learning curve for non-technical staff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88620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Thousands of themes &amp; plugins (e-commerce, bookings, forms)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457200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Well documented and widely supported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173736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9659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Amazon EC2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537960" y="251460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3F3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Full-control virtual machine (IaaS)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37960" y="320040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3F3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Fits the Free Tier at t2.micro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37960" y="388620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3F3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Teaches transferable Linux &amp; networking skills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37960" y="457200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3F3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The most widely used AWS compute service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Website Migration to AWS — Capstone Project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flow from the internet to the WordPress application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423160" y="1645920"/>
            <a:ext cx="7315200" cy="502920"/>
          </a:xfrm>
          <a:prstGeom prst="roundRect">
            <a:avLst>
              <a:gd name="adj" fmla="val 10909"/>
            </a:avLst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2423160" y="16459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0" y="2121408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423160" y="2331720"/>
            <a:ext cx="7315200" cy="502920"/>
          </a:xfrm>
          <a:prstGeom prst="roundRect">
            <a:avLst>
              <a:gd name="adj" fmla="val 10909"/>
            </a:avLst>
          </a:prstGeom>
          <a:solidFill>
            <a:srgbClr val="21295C"/>
          </a:solidFill>
          <a:ln/>
        </p:spPr>
      </p:sp>
      <p:sp>
        <p:nvSpPr>
          <p:cNvPr id="8" name="Text 6"/>
          <p:cNvSpPr/>
          <p:nvPr/>
        </p:nvSpPr>
        <p:spPr>
          <a:xfrm>
            <a:off x="2423160" y="23317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Gateway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0" y="2807208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423160" y="3017520"/>
            <a:ext cx="7315200" cy="502920"/>
          </a:xfrm>
          <a:prstGeom prst="roundRect">
            <a:avLst>
              <a:gd name="adj" fmla="val 10909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2423160" y="30175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(10.0.0.0/16)  →  Public Subnet (10.0.1.0/24)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0" y="3493008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423160" y="3703320"/>
            <a:ext cx="7315200" cy="502920"/>
          </a:xfrm>
          <a:prstGeom prst="roundRect">
            <a:avLst>
              <a:gd name="adj" fmla="val 10909"/>
            </a:avLst>
          </a:prstGeom>
          <a:solidFill>
            <a:srgbClr val="21295C"/>
          </a:solidFill>
          <a:ln/>
        </p:spPr>
      </p:sp>
      <p:sp>
        <p:nvSpPr>
          <p:cNvPr id="14" name="Text 12"/>
          <p:cNvSpPr/>
          <p:nvPr/>
        </p:nvSpPr>
        <p:spPr>
          <a:xfrm>
            <a:off x="2423160" y="37033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Table  →  Security Group (22 / 80 / 443)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0" y="4178808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423160" y="4389120"/>
            <a:ext cx="7315200" cy="502920"/>
          </a:xfrm>
          <a:prstGeom prst="roundRect">
            <a:avLst>
              <a:gd name="adj" fmla="val 10909"/>
            </a:avLst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2423160" y="43891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Instance — Apache · PHP · WordPress · MySQL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0" y="4864608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423160" y="5074920"/>
            <a:ext cx="7315200" cy="502920"/>
          </a:xfrm>
          <a:prstGeom prst="roundRect">
            <a:avLst>
              <a:gd name="adj" fmla="val 10909"/>
            </a:avLst>
          </a:prstGeom>
          <a:solidFill>
            <a:srgbClr val="21295C"/>
          </a:solidFill>
          <a:ln/>
        </p:spPr>
      </p:sp>
      <p:sp>
        <p:nvSpPr>
          <p:cNvPr id="20" name="Text 18"/>
          <p:cNvSpPr/>
          <p:nvPr/>
        </p:nvSpPr>
        <p:spPr>
          <a:xfrm>
            <a:off x="2423160" y="50749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EBS (persistent storage)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Website Migration to AWS — Capstone Project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AWS Setup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steps from a new account to a running server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37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69164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AWS Account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0" y="1691640"/>
            <a:ext cx="6035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up, verify billing, enable Free Tier, secure root with MFA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8803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880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283464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EC2 Instance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0" y="2834640"/>
            <a:ext cx="6035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22.04, t2.micro, new key pair, auto-assign public IP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0233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023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397764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Security Group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0" y="3977640"/>
            <a:ext cx="6035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ports 22 (SSH), 80 (HTTP), 443 (HTTPS) only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1663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166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71600" y="512064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via SSH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486400" y="5120640"/>
            <a:ext cx="6035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-i key.pem ubuntu@&lt;Public-IP&gt;, or EC2 Instance Connect in-browser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Website Migration to AWS — Capstone Project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Installing the LAMP Stack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· MySQL · PHP · WordPress, from the command line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514600" cy="3566160"/>
          </a:xfrm>
          <a:prstGeom prst="roundRect">
            <a:avLst>
              <a:gd name="adj" fmla="val 2909"/>
            </a:avLst>
          </a:prstGeom>
          <a:solidFill>
            <a:srgbClr val="F4F7F9"/>
          </a:solidFill>
          <a:ln/>
        </p:spPr>
      </p:sp>
      <p:sp>
        <p:nvSpPr>
          <p:cNvPr id="5" name="Shape 3"/>
          <p:cNvSpPr/>
          <p:nvPr/>
        </p:nvSpPr>
        <p:spPr>
          <a:xfrm>
            <a:off x="1600200" y="205740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1600200" y="20574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8803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291840"/>
            <a:ext cx="21488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server — serves WordPress pages on ports 80/443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29000" y="1783080"/>
            <a:ext cx="2514600" cy="3566160"/>
          </a:xfrm>
          <a:prstGeom prst="roundRect">
            <a:avLst>
              <a:gd name="adj" fmla="val 2909"/>
            </a:avLst>
          </a:prstGeom>
          <a:solidFill>
            <a:srgbClr val="F4F7F9"/>
          </a:solidFill>
          <a:ln/>
        </p:spPr>
      </p:sp>
      <p:sp>
        <p:nvSpPr>
          <p:cNvPr id="10" name="Shape 8"/>
          <p:cNvSpPr/>
          <p:nvPr/>
        </p:nvSpPr>
        <p:spPr>
          <a:xfrm>
            <a:off x="4389120" y="205740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0" y="20574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429000" y="28803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11880" y="3291840"/>
            <a:ext cx="21488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 — stores posts, users, settings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1783080"/>
            <a:ext cx="2514600" cy="3566160"/>
          </a:xfrm>
          <a:prstGeom prst="roundRect">
            <a:avLst>
              <a:gd name="adj" fmla="val 2909"/>
            </a:avLst>
          </a:prstGeom>
          <a:solidFill>
            <a:srgbClr val="F4F7F9"/>
          </a:solidFill>
          <a:ln/>
        </p:spPr>
      </p:sp>
      <p:sp>
        <p:nvSpPr>
          <p:cNvPr id="15" name="Shape 13"/>
          <p:cNvSpPr/>
          <p:nvPr/>
        </p:nvSpPr>
        <p:spPr>
          <a:xfrm>
            <a:off x="7178040" y="205740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7178040" y="20574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217920" y="28803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0" y="3291840"/>
            <a:ext cx="21488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WordPress's application code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006840" y="1783080"/>
            <a:ext cx="2514600" cy="3566160"/>
          </a:xfrm>
          <a:prstGeom prst="roundRect">
            <a:avLst>
              <a:gd name="adj" fmla="val 2909"/>
            </a:avLst>
          </a:prstGeom>
          <a:solidFill>
            <a:srgbClr val="F4F7F9"/>
          </a:solidFill>
          <a:ln/>
        </p:spPr>
      </p:sp>
      <p:sp>
        <p:nvSpPr>
          <p:cNvPr id="20" name="Shape 18"/>
          <p:cNvSpPr/>
          <p:nvPr/>
        </p:nvSpPr>
        <p:spPr>
          <a:xfrm>
            <a:off x="9966960" y="205740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9966960" y="20574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006840" y="28803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189720" y="3291840"/>
            <a:ext cx="21488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management system — the SME's website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5532120"/>
            <a:ext cx="10881360" cy="502920"/>
          </a:xfrm>
          <a:prstGeom prst="roundRect">
            <a:avLst>
              <a:gd name="adj" fmla="val 10909"/>
            </a:avLst>
          </a:prstGeom>
          <a:solidFill>
            <a:srgbClr val="21295C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553212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D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install apache2 mysql-server php ...  →  wget WordPress  →  configure wp-config.php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Website Migration to AWS — Capstone Project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Infrastructure as Code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Terraform replaces manual, click-through deployment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57800" cy="4297680"/>
          </a:xfrm>
          <a:prstGeom prst="roundRect">
            <a:avLst>
              <a:gd name="adj" fmla="val 1702"/>
            </a:avLst>
          </a:prstGeom>
          <a:solidFill>
            <a:srgbClr val="F4F7F9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9659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Console Clicks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0120" y="260604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Slow and error-prone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329184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Not repeatable across environments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397764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No record of what was configured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466344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Hard to review or version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1737360"/>
            <a:ext cx="5257800" cy="4297680"/>
          </a:xfrm>
          <a:prstGeom prst="roundRect">
            <a:avLst>
              <a:gd name="adj" fmla="val 1702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19659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(IaC)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83680" y="260604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Entire architecture defined as code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83680" y="329184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Deployed with one command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83680" y="397764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Version-controlled and peer-reviewable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83680" y="466344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Identical environments every time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Website Migration to AWS — Capstone Project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Terraform Project Structure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files define the complete AWS environment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12080" cy="1280160"/>
          </a:xfrm>
          <a:prstGeom prst="roundRect">
            <a:avLst>
              <a:gd name="adj" fmla="val 5714"/>
            </a:avLst>
          </a:prstGeom>
          <a:solidFill>
            <a:srgbClr val="F4F7F9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745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provider.tf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Declares AWS as the provider and target region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09360" y="1737360"/>
            <a:ext cx="5212080" cy="1280160"/>
          </a:xfrm>
          <a:prstGeom prst="roundRect">
            <a:avLst>
              <a:gd name="adj" fmla="val 5714"/>
            </a:avLst>
          </a:prstGeom>
          <a:solidFill>
            <a:srgbClr val="F4F7F9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18745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variables.tf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83680" y="228600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variables: region, instance type, key pair, CIDR blocks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246120"/>
            <a:ext cx="5212080" cy="1280160"/>
          </a:xfrm>
          <a:prstGeom prst="roundRect">
            <a:avLst>
              <a:gd name="adj" fmla="val 5714"/>
            </a:avLst>
          </a:prstGeom>
          <a:solidFill>
            <a:srgbClr val="F4F7F9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3832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main.tf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379476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VPC, subnet, routing, security group, EC2 instance, Elastic IP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09360" y="3246120"/>
            <a:ext cx="5212080" cy="1280160"/>
          </a:xfrm>
          <a:prstGeom prst="roundRect">
            <a:avLst>
              <a:gd name="adj" fmla="val 5714"/>
            </a:avLst>
          </a:prstGeom>
          <a:solidFill>
            <a:srgbClr val="F4F7F9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33832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outputs.tf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83680" y="379476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 the site's public IP after deployment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754880"/>
            <a:ext cx="5212080" cy="1280160"/>
          </a:xfrm>
          <a:prstGeom prst="roundRect">
            <a:avLst>
              <a:gd name="adj" fmla="val 5714"/>
            </a:avLst>
          </a:prstGeom>
          <a:solidFill>
            <a:srgbClr val="F4F7F9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8920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terraform.tfvars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4400" y="530352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Environment-specific values (region, key name)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09360" y="4754880"/>
            <a:ext cx="5212080" cy="1280160"/>
          </a:xfrm>
          <a:prstGeom prst="roundRect">
            <a:avLst>
              <a:gd name="adj" fmla="val 5714"/>
            </a:avLst>
          </a:prstGeom>
          <a:solidFill>
            <a:srgbClr val="F4F7F9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48920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wordpress_setup.sh.tpl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583680" y="530352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 script that installs the full LAMP + WordPress stack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Website Migration to AWS — Capstone Project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Terraform Workflow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commands take the project from code to a live server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514600" cy="3017520"/>
          </a:xfrm>
          <a:prstGeom prst="roundRect">
            <a:avLst>
              <a:gd name="adj" fmla="val 2909"/>
            </a:avLst>
          </a:prstGeom>
          <a:solidFill>
            <a:srgbClr val="F4F7F9"/>
          </a:solidFill>
          <a:ln/>
        </p:spPr>
      </p:sp>
      <p:sp>
        <p:nvSpPr>
          <p:cNvPr id="5" name="Shape 3"/>
          <p:cNvSpPr/>
          <p:nvPr/>
        </p:nvSpPr>
        <p:spPr>
          <a:xfrm>
            <a:off x="1623060" y="237744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1623060" y="2377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31089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init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361188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Downloads the AWS provider plugin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182112" y="324612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429000" y="2103120"/>
            <a:ext cx="2514600" cy="3017520"/>
          </a:xfrm>
          <a:prstGeom prst="roundRect">
            <a:avLst>
              <a:gd name="adj" fmla="val 2909"/>
            </a:avLst>
          </a:prstGeom>
          <a:solidFill>
            <a:srgbClr val="F4F7F9"/>
          </a:solidFill>
          <a:ln/>
        </p:spPr>
      </p:sp>
      <p:sp>
        <p:nvSpPr>
          <p:cNvPr id="11" name="Shape 9"/>
          <p:cNvSpPr/>
          <p:nvPr/>
        </p:nvSpPr>
        <p:spPr>
          <a:xfrm>
            <a:off x="4411980" y="237744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411980" y="2377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66160" y="31089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plan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11880" y="361188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Previews what will be created — no changes made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971032" y="324612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217920" y="2103120"/>
            <a:ext cx="2514600" cy="3017520"/>
          </a:xfrm>
          <a:prstGeom prst="roundRect">
            <a:avLst>
              <a:gd name="adj" fmla="val 2909"/>
            </a:avLst>
          </a:prstGeom>
          <a:solidFill>
            <a:srgbClr val="065A82"/>
          </a:solidFill>
          <a:ln/>
        </p:spPr>
      </p:sp>
      <p:sp>
        <p:nvSpPr>
          <p:cNvPr id="17" name="Shape 15"/>
          <p:cNvSpPr/>
          <p:nvPr/>
        </p:nvSpPr>
        <p:spPr>
          <a:xfrm>
            <a:off x="7200900" y="2377440"/>
            <a:ext cx="548640" cy="54864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8" name="Text 16"/>
          <p:cNvSpPr/>
          <p:nvPr/>
        </p:nvSpPr>
        <p:spPr>
          <a:xfrm>
            <a:off x="7200900" y="2377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355080" y="31089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apply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0" y="361188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3F3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Provisions the real AWS resources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759952" y="324612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006840" y="2103120"/>
            <a:ext cx="2514600" cy="3017520"/>
          </a:xfrm>
          <a:prstGeom prst="roundRect">
            <a:avLst>
              <a:gd name="adj" fmla="val 2909"/>
            </a:avLst>
          </a:prstGeom>
          <a:solidFill>
            <a:srgbClr val="21295C"/>
          </a:solidFill>
          <a:ln/>
        </p:spPr>
      </p:sp>
      <p:sp>
        <p:nvSpPr>
          <p:cNvPr id="23" name="Shape 21"/>
          <p:cNvSpPr/>
          <p:nvPr/>
        </p:nvSpPr>
        <p:spPr>
          <a:xfrm>
            <a:off x="9989820" y="237744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9989820" y="2377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144000" y="31089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destroy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189720" y="361188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3F3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Tears everything down to stop billing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Website Migration to AWS — Capstone Project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Fully Automated Deployment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user_data bootstraps the entire server at first boot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120640" cy="4251960"/>
          </a:xfrm>
          <a:prstGeom prst="roundRect">
            <a:avLst>
              <a:gd name="adj" fmla="val 1720"/>
            </a:avLst>
          </a:prstGeom>
          <a:solidFill>
            <a:srgbClr val="F4F7F9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011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automatically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514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System packages updated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30175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Apache, PHP, MySQL installed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5204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WordPress database &amp; user created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40233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WordPress downloaded &amp; configured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45262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File permissions &amp; ownership set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5029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Apache restarted — site is live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35040" y="1783080"/>
            <a:ext cx="5486400" cy="4251960"/>
          </a:xfrm>
          <a:prstGeom prst="roundRect">
            <a:avLst>
              <a:gd name="adj" fmla="val 1720"/>
            </a:avLst>
          </a:prstGeom>
          <a:solidFill>
            <a:srgbClr val="21295C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20116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09360" y="26517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apply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309360" y="3246120"/>
            <a:ext cx="49377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only command needed.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SSH session, no manual typing —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WordPress site is reachable at the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printed public IP within 1–2 minutes.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Website Migration to AWS — Capstone Project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Troubleshooting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Verifying the deployment, and common issues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checklist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EC2 instance running, 2/2 status checks passed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Apache active (systemctl status apache2)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31546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WordPress installer loads at the public IP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6576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Database connection succeeds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416052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Only ports 22 / 80 / 443 reachable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09360" y="16916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issues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09360" y="21488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 403 Forbidden → fix file ownership/permissions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09360" y="265176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 404 on inner pages → enable mod_rewrite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09360" y="31546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 DB connection error → check wp-config.php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09360" y="36576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 EC2 unreachable → check route table &amp; SG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Website Migration to AWS — Capstone Project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Estimation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vs. post-Free-Tier pricing (us-east-1)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931920" cy="502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8308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783080"/>
            <a:ext cx="3749040" cy="502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4663440" y="178308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503920" y="1783080"/>
            <a:ext cx="3108960" cy="502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8503920" y="17830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Free Tier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286000"/>
            <a:ext cx="3931920" cy="777240"/>
          </a:xfrm>
          <a:prstGeom prst="rect">
            <a:avLst/>
          </a:prstGeom>
          <a:solidFill>
            <a:srgbClr val="F4F7F9"/>
          </a:solidFill>
          <a:ln w="6350">
            <a:solidFill>
              <a:srgbClr val="E0E4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28600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t2.micro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663440" y="2286000"/>
            <a:ext cx="3749040" cy="777240"/>
          </a:xfrm>
          <a:prstGeom prst="rect">
            <a:avLst/>
          </a:prstGeom>
          <a:solidFill>
            <a:srgbClr val="F4F7F9"/>
          </a:solidFill>
          <a:ln w="6350">
            <a:solidFill>
              <a:srgbClr val="E0E4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228600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750 hrs/month free (12 mo)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503920" y="2286000"/>
            <a:ext cx="3108960" cy="777240"/>
          </a:xfrm>
          <a:prstGeom prst="rect">
            <a:avLst/>
          </a:prstGeom>
          <a:solidFill>
            <a:srgbClr val="F4F7F9"/>
          </a:solidFill>
          <a:ln w="6350">
            <a:solidFill>
              <a:srgbClr val="E0E4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0" y="228600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~$8–9 / month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063240"/>
            <a:ext cx="39319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06324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EBS (8 GiB gp3)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663440" y="3063240"/>
            <a:ext cx="37490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306324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GB/month free (12 mo)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503920" y="3063240"/>
            <a:ext cx="31089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0" y="306324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~$0.64 / month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3840480"/>
            <a:ext cx="3931920" cy="777240"/>
          </a:xfrm>
          <a:prstGeom prst="rect">
            <a:avLst/>
          </a:prstGeom>
          <a:solidFill>
            <a:srgbClr val="F4F7F9"/>
          </a:solidFill>
          <a:ln w="6350">
            <a:solidFill>
              <a:srgbClr val="E0E4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84048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IP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663440" y="3840480"/>
            <a:ext cx="3749040" cy="777240"/>
          </a:xfrm>
          <a:prstGeom prst="rect">
            <a:avLst/>
          </a:prstGeom>
          <a:solidFill>
            <a:srgbClr val="F4F7F9"/>
          </a:solidFill>
          <a:ln w="6350">
            <a:solidFill>
              <a:srgbClr val="E0E4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384048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while attached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503920" y="3840480"/>
            <a:ext cx="3108960" cy="777240"/>
          </a:xfrm>
          <a:prstGeom prst="rect">
            <a:avLst/>
          </a:prstGeom>
          <a:solidFill>
            <a:srgbClr val="F4F7F9"/>
          </a:solidFill>
          <a:ln w="6350">
            <a:solidFill>
              <a:srgbClr val="E0E4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03920" y="384048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~$3.60 / month if idle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40080" y="4617720"/>
            <a:ext cx="39319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61772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transfer out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663440" y="4617720"/>
            <a:ext cx="37490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461772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GB/month always free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8503920" y="4617720"/>
            <a:ext cx="31089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03920" y="461772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~$0.09 / GB beyond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40080" y="56235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baseline cost after the 12-month Free Tier: ~$9–12 / month.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Website Migration to AWS — Capstone Project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Best Practices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3474720" cy="2011680"/>
          </a:xfrm>
          <a:prstGeom prst="roundRect">
            <a:avLst>
              <a:gd name="adj" fmla="val 3636"/>
            </a:avLst>
          </a:prstGeom>
          <a:solidFill>
            <a:srgbClr val="F4F7F9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1031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users, least-privilege permissions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89120" y="1828800"/>
            <a:ext cx="3474720" cy="2011680"/>
          </a:xfrm>
          <a:prstGeom prst="roundRect">
            <a:avLst>
              <a:gd name="adj" fmla="val 3636"/>
            </a:avLst>
          </a:prstGeom>
          <a:solidFill>
            <a:srgbClr val="F4F7F9"/>
          </a:solidFill>
          <a:ln/>
        </p:spPr>
      </p:sp>
      <p:sp>
        <p:nvSpPr>
          <p:cNvPr id="9" name="Shape 7"/>
          <p:cNvSpPr/>
          <p:nvPr/>
        </p:nvSpPr>
        <p:spPr>
          <a:xfrm>
            <a:off x="4663440" y="21031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63440" y="27432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63440" y="31089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 on root and all IAM users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38160" y="1828800"/>
            <a:ext cx="3474720" cy="2011680"/>
          </a:xfrm>
          <a:prstGeom prst="roundRect">
            <a:avLst>
              <a:gd name="adj" fmla="val 3636"/>
            </a:avLst>
          </a:prstGeom>
          <a:solidFill>
            <a:srgbClr val="F4F7F9"/>
          </a:solidFill>
          <a:ln/>
        </p:spPr>
      </p:sp>
      <p:sp>
        <p:nvSpPr>
          <p:cNvPr id="14" name="Shape 12"/>
          <p:cNvSpPr/>
          <p:nvPr/>
        </p:nvSpPr>
        <p:spPr>
          <a:xfrm>
            <a:off x="8412480" y="21031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412480" y="27432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Keys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412480" y="31089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securely, never committed to a repo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4114800"/>
            <a:ext cx="3474720" cy="2011680"/>
          </a:xfrm>
          <a:prstGeom prst="roundRect">
            <a:avLst>
              <a:gd name="adj" fmla="val 3636"/>
            </a:avLst>
          </a:prstGeom>
          <a:solidFill>
            <a:srgbClr val="F4F7F9"/>
          </a:solidFill>
          <a:ln/>
        </p:spPr>
      </p:sp>
      <p:sp>
        <p:nvSpPr>
          <p:cNvPr id="19" name="Shape 17"/>
          <p:cNvSpPr/>
          <p:nvPr/>
        </p:nvSpPr>
        <p:spPr>
          <a:xfrm>
            <a:off x="914400" y="43891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389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14400" y="50292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14400" y="53949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certificate installed, HTTP redirected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389120" y="4114800"/>
            <a:ext cx="3474720" cy="2011680"/>
          </a:xfrm>
          <a:prstGeom prst="roundRect">
            <a:avLst>
              <a:gd name="adj" fmla="val 3636"/>
            </a:avLst>
          </a:prstGeom>
          <a:solidFill>
            <a:srgbClr val="F4F7F9"/>
          </a:solidFill>
          <a:ln/>
        </p:spPr>
      </p:sp>
      <p:sp>
        <p:nvSpPr>
          <p:cNvPr id="24" name="Shape 22"/>
          <p:cNvSpPr/>
          <p:nvPr/>
        </p:nvSpPr>
        <p:spPr>
          <a:xfrm>
            <a:off x="4663440" y="43891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4663440" y="4389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663440" y="50292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Groups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663440" y="53949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rules, reviewed periodically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138160" y="4114800"/>
            <a:ext cx="3474720" cy="2011680"/>
          </a:xfrm>
          <a:prstGeom prst="roundRect">
            <a:avLst>
              <a:gd name="adj" fmla="val 3636"/>
            </a:avLst>
          </a:prstGeom>
          <a:solidFill>
            <a:srgbClr val="F4F7F9"/>
          </a:solidFill>
          <a:ln/>
        </p:spPr>
      </p:sp>
      <p:sp>
        <p:nvSpPr>
          <p:cNvPr id="29" name="Shape 27"/>
          <p:cNvSpPr/>
          <p:nvPr/>
        </p:nvSpPr>
        <p:spPr>
          <a:xfrm>
            <a:off x="8412480" y="43891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0" name="Text 28"/>
          <p:cNvSpPr/>
          <p:nvPr/>
        </p:nvSpPr>
        <p:spPr>
          <a:xfrm>
            <a:off x="8412480" y="4389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412480" y="50292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Backups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412480" y="53949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EBS snapshots &amp; database exports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Website Migration to AWS — Capstone Project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Outcomes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demonstrated by this capstone project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74720" cy="1188720"/>
          </a:xfrm>
          <a:prstGeom prst="roundRect">
            <a:avLst>
              <a:gd name="adj" fmla="val 6154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Cloud Computing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389120" y="1783080"/>
            <a:ext cx="3474720" cy="1188720"/>
          </a:xfrm>
          <a:prstGeom prst="roundRect">
            <a:avLst>
              <a:gd name="adj" fmla="val 6154"/>
            </a:avLst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4617720" y="178308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Administration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138160" y="1783080"/>
            <a:ext cx="3474720" cy="1188720"/>
          </a:xfrm>
          <a:prstGeom prst="roundRect">
            <a:avLst>
              <a:gd name="adj" fmla="val 6154"/>
            </a:avLst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8366760" y="178308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Server Administration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200400"/>
            <a:ext cx="3474720" cy="1188720"/>
          </a:xfrm>
          <a:prstGeom prst="roundRect">
            <a:avLst>
              <a:gd name="adj" fmla="val 6154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20040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 (VPC, subnets, routing)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389120" y="3200400"/>
            <a:ext cx="3474720" cy="1188720"/>
          </a:xfrm>
          <a:prstGeom prst="roundRect">
            <a:avLst>
              <a:gd name="adj" fmla="val 6154"/>
            </a:avLst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4617720" y="320040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 Deployment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138160" y="3200400"/>
            <a:ext cx="3474720" cy="1188720"/>
          </a:xfrm>
          <a:prstGeom prst="roundRect">
            <a:avLst>
              <a:gd name="adj" fmla="val 6154"/>
            </a:avLst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8366760" y="320040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Code (Terraform)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617720"/>
            <a:ext cx="3474720" cy="1188720"/>
          </a:xfrm>
          <a:prstGeom prst="roundRect">
            <a:avLst>
              <a:gd name="adj" fmla="val 6154"/>
            </a:avLst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61772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Security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389120" y="4617720"/>
            <a:ext cx="3474720" cy="1188720"/>
          </a:xfrm>
          <a:prstGeom prst="roundRect">
            <a:avLst>
              <a:gd name="adj" fmla="val 6154"/>
            </a:avLst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4617720" y="461772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&amp; Automation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8138160" y="4617720"/>
            <a:ext cx="3474720" cy="1188720"/>
          </a:xfrm>
          <a:prstGeom prst="roundRect">
            <a:avLst>
              <a:gd name="adj" fmla="val 6154"/>
            </a:avLst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8366760" y="461772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Migration Planning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Website Migration to AWS — Capstone Project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114800"/>
            <a:ext cx="3840480" cy="384048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4688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3375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5852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Dimmalove   |   3MTT Cloud Computing Training (Darey.io Academy)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2026-07-30T18:40:02Z</dcterms:created>
  <dcterms:modified xsi:type="dcterms:W3CDTF">2026-07-30T18:40:02Z</dcterms:modified>
</cp:coreProperties>
</file>